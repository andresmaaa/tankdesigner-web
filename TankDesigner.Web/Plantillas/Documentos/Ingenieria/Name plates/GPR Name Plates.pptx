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 snapToGrid="0">
      <p:cViewPr>
        <p:scale>
          <a:sx n="125" d="100"/>
          <a:sy n="125" d="100"/>
        </p:scale>
        <p:origin x="-2220" y="-1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C0B46-BB24-41F3-8E12-770E78BC4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A9654A-F057-4853-B946-7F19A5491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834BEA-DEE3-4986-B9CB-06787BAA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FA41C-5824-4F72-A02C-FE6459C3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887DB8-1B1C-4B66-B4A1-D86D7127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541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C4E5A-4CBC-4896-BE62-18E48F69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5A7F28-E7CA-47FC-AFFC-FE593155B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9C6D71-7576-4450-8999-DCB0E7BB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078920-8CFE-4983-8350-DF93E9BC8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621620-12CE-4D05-94AE-EF5FF806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171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92BF-BB2D-428B-B015-029BBFF9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634D4D-1FB5-4940-B759-7E07752B5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1D2106-863F-4196-B174-4C10BAF7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C9060-FAA9-4221-999C-98E99636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9356A-D4DD-48EB-B2C6-7FC6B6CA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556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73367-B48F-4518-87DB-9EAFD21C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D88AC9-C961-42B9-859A-EA07D7FC4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E6149C-294B-4A14-9A11-C0925831D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37CED6-FD44-4FD8-8F7C-982A21D3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8CF42B-C62B-4167-859E-C8757775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F5829F-3CD3-4F2D-83A1-410DF11B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661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585F0-102E-4578-8AF3-748C742C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CA35C-6EC0-4B55-B90F-D39CE063D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E2261D-EB94-4A91-AE95-31BBF9F99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B2665D-2D92-4A1F-8065-AD98913E4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89A98D-834F-4144-984F-D61B85DD3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154C50-8C50-4679-A322-89B63798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A6D152-708C-467F-96B6-6A6B14D4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7DFEAC-B9CB-434C-9B99-72E9C2D0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70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DB84B-67B9-4491-857B-A9F6AC4F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64C94B-0DD3-47C1-9420-47C1DC18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7DBFB2-AA5D-42D6-B3ED-3746EC74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12F3DA-E648-4D17-9496-5B16FB66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538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389114-9233-4566-B4CB-EF61FABF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344EEE-324B-46E1-B4C5-6C38338A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4AEB3B-DDE0-41BE-ACF9-49A39DB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12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431BD-59FE-4DDE-9956-DD027979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4D5922-150F-49A8-83BF-9129F7FCC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3E9401-4AD1-409B-AB75-2F84246D2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154F2F-00A2-42CB-A451-C3AAADCB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9E7E83-DDD7-4151-B8C4-48E390A5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8864D2-84C6-433F-A18D-F316B38F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1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F3DAB-CFD8-4CEB-9199-9492933C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BC1A2F-CC79-4A18-A2F7-6BFEB2DCC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473ABC-3D48-475D-8A63-B3D3F6533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E3E0D3-CF86-4E85-BAE1-D4A9BC34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863DB6-FDC6-40B0-A728-55DB8341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1B6165-BFC9-45F2-9FD0-C302B8C3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07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B714A-EE07-4856-A9FD-33B4C448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5C1970-671C-4833-97FD-F6D83BF61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526CD-1421-4031-89D8-49F675493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13EC9C-5921-4CE6-8DFA-2D7AA76F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91F4A-6D62-483C-A622-D63A4E86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55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95F73C-5A5C-43FC-AC5D-5146481DE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82E190-2225-4D67-964E-81D167104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FA700-36BF-4556-8262-8D93FDF7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B395E-F36A-4384-96E6-70171901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EBD86-0F65-46A2-9474-B6FDA3F0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07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A4967E-B4A3-4B92-873B-97202A56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E33B2B-DAA8-4F5D-AE3D-5F6A1BD1B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F3923D-13F7-4D69-872B-443BA89D3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F947E-5B71-4915-A621-E6F8619C8332}" type="datetimeFigureOut">
              <a:rPr lang="es-ES" smtClean="0"/>
              <a:t>10/06/2019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F6B69-C4ED-4E88-9743-F1B39AD02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A1835-6BCD-4071-A6C9-5DC752F7A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4604F-B1B4-4C57-9BD3-D51774F449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13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jpeg"/><Relationship Id="rId10" Type="http://schemas.microsoft.com/office/2007/relationships/hdphoto" Target="../media/hdphoto1.wdp"/><Relationship Id="rId4" Type="http://schemas.openxmlformats.org/officeDocument/2006/relationships/image" Target="../media/image3.gi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9C55601B-697D-4E01-8A7F-ECC79081F501}"/>
              </a:ext>
            </a:extLst>
          </p:cNvPr>
          <p:cNvGrpSpPr/>
          <p:nvPr/>
        </p:nvGrpSpPr>
        <p:grpSpPr>
          <a:xfrm>
            <a:off x="3349474" y="593194"/>
            <a:ext cx="5493052" cy="5543930"/>
            <a:chOff x="3941234" y="1105505"/>
            <a:chExt cx="4309532" cy="4349448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15AE190B-9131-4F7C-B69B-2CECB2DED84A}"/>
                </a:ext>
              </a:extLst>
            </p:cNvPr>
            <p:cNvSpPr/>
            <p:nvPr/>
          </p:nvSpPr>
          <p:spPr>
            <a:xfrm>
              <a:off x="5897638" y="1403047"/>
              <a:ext cx="396724" cy="39672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: esquinas superiores cortadas 5">
              <a:extLst>
                <a:ext uri="{FF2B5EF4-FFF2-40B4-BE49-F238E27FC236}">
                  <a16:creationId xmlns:a16="http://schemas.microsoft.com/office/drawing/2014/main" id="{967960A7-D940-477B-883B-5BF01867DE06}"/>
                </a:ext>
              </a:extLst>
            </p:cNvPr>
            <p:cNvSpPr/>
            <p:nvPr/>
          </p:nvSpPr>
          <p:spPr>
            <a:xfrm>
              <a:off x="3941234" y="1105505"/>
              <a:ext cx="4309532" cy="4349448"/>
            </a:xfrm>
            <a:prstGeom prst="snip2SameRect">
              <a:avLst>
                <a:gd name="adj1" fmla="val 42478"/>
                <a:gd name="adj2" fmla="val 0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0DB60F1B-3284-4C39-BF3D-786797F78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39" y="1478125"/>
            <a:ext cx="1929321" cy="164604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A0916C3-050B-4462-8DE0-E51605B5D5E6}"/>
              </a:ext>
            </a:extLst>
          </p:cNvPr>
          <p:cNvSpPr txBox="1"/>
          <p:nvPr/>
        </p:nvSpPr>
        <p:spPr>
          <a:xfrm>
            <a:off x="3390384" y="5890861"/>
            <a:ext cx="22687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implified Arabic Fixed" panose="020B0604020202020204" pitchFamily="49" charset="-78"/>
                <a:cs typeface="Simplified Arabic Fixed" panose="020B0604020202020204" pitchFamily="49" charset="-78"/>
              </a:rPr>
              <a:t>AISI 316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28864E2-7B9B-4425-84A3-9AB787C603D9}"/>
              </a:ext>
            </a:extLst>
          </p:cNvPr>
          <p:cNvSpPr txBox="1"/>
          <p:nvPr/>
        </p:nvSpPr>
        <p:spPr>
          <a:xfrm>
            <a:off x="3754361" y="3054931"/>
            <a:ext cx="3260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IGDT" panose="00000400000000000000" pitchFamily="2" charset="2"/>
              </a:rPr>
              <a:t>RONDA NARCIS MONTURIOL, 4</a:t>
            </a:r>
          </a:p>
          <a:p>
            <a:r>
              <a:rPr lang="es-ES" sz="800" dirty="0">
                <a:latin typeface="AIGDT" panose="00000400000000000000" pitchFamily="2" charset="2"/>
              </a:rPr>
              <a:t>EDIFICIO DESTRO A</a:t>
            </a:r>
          </a:p>
          <a:p>
            <a:r>
              <a:rPr lang="es-ES" sz="800" dirty="0">
                <a:latin typeface="AIGDT" panose="00000400000000000000" pitchFamily="2" charset="2"/>
              </a:rPr>
              <a:t>46980 PATERNA, VALENCIA, SPAIN</a:t>
            </a:r>
          </a:p>
        </p:txBody>
      </p:sp>
      <p:pic>
        <p:nvPicPr>
          <p:cNvPr id="1026" name="Picture 2" descr="Resultado de imagen de LOGO TELEFONO">
            <a:extLst>
              <a:ext uri="{FF2B5EF4-FFF2-40B4-BE49-F238E27FC236}">
                <a16:creationId xmlns:a16="http://schemas.microsoft.com/office/drawing/2014/main" id="{C455A6C4-2CD9-405A-9FF1-5A65D7C70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413" y="3170364"/>
            <a:ext cx="159290" cy="15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27F3F3B-C3A1-467A-827C-9A12AF303215}"/>
              </a:ext>
            </a:extLst>
          </p:cNvPr>
          <p:cNvSpPr txBox="1"/>
          <p:nvPr/>
        </p:nvSpPr>
        <p:spPr>
          <a:xfrm>
            <a:off x="7060661" y="3160204"/>
            <a:ext cx="17818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IGDT" panose="00000400000000000000" pitchFamily="2" charset="2"/>
              </a:rPr>
              <a:t>+34 96 0457899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4C2634-2CBB-450B-AC27-5CBD856CD5D1}"/>
              </a:ext>
            </a:extLst>
          </p:cNvPr>
          <p:cNvSpPr txBox="1"/>
          <p:nvPr/>
        </p:nvSpPr>
        <p:spPr>
          <a:xfrm>
            <a:off x="3668784" y="3836330"/>
            <a:ext cx="4442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IGDT" panose="00000400000000000000" pitchFamily="2" charset="2"/>
              </a:rPr>
              <a:t>REF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EF5BDBB-3DC2-4680-A5BC-0482636112EB}"/>
              </a:ext>
            </a:extLst>
          </p:cNvPr>
          <p:cNvSpPr txBox="1"/>
          <p:nvPr/>
        </p:nvSpPr>
        <p:spPr>
          <a:xfrm>
            <a:off x="4071132" y="3833530"/>
            <a:ext cx="3187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No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93A7E17-A797-4A11-9AD0-5D67089FC944}"/>
              </a:ext>
            </a:extLst>
          </p:cNvPr>
          <p:cNvSpPr/>
          <p:nvPr/>
        </p:nvSpPr>
        <p:spPr>
          <a:xfrm>
            <a:off x="4389903" y="3830730"/>
            <a:ext cx="1269215" cy="1772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B858D53-4156-42EB-A66B-FCEFDA6968F7}"/>
              </a:ext>
            </a:extLst>
          </p:cNvPr>
          <p:cNvSpPr txBox="1"/>
          <p:nvPr/>
        </p:nvSpPr>
        <p:spPr>
          <a:xfrm>
            <a:off x="5719486" y="3827691"/>
            <a:ext cx="4280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DATE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4B6F130-B1FA-45D9-AAB2-64AE6DF1F183}"/>
              </a:ext>
            </a:extLst>
          </p:cNvPr>
          <p:cNvSpPr/>
          <p:nvPr/>
        </p:nvSpPr>
        <p:spPr>
          <a:xfrm>
            <a:off x="6147584" y="3824891"/>
            <a:ext cx="970280" cy="1772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F422B47-3D3A-4AA1-87A6-EC3147544478}"/>
              </a:ext>
            </a:extLst>
          </p:cNvPr>
          <p:cNvSpPr txBox="1"/>
          <p:nvPr/>
        </p:nvSpPr>
        <p:spPr>
          <a:xfrm>
            <a:off x="7170487" y="3818619"/>
            <a:ext cx="499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MODEL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8207838-4445-4750-AFCD-9D9A2A9E84D0}"/>
              </a:ext>
            </a:extLst>
          </p:cNvPr>
          <p:cNvSpPr/>
          <p:nvPr/>
        </p:nvSpPr>
        <p:spPr>
          <a:xfrm>
            <a:off x="7669831" y="3816770"/>
            <a:ext cx="679516" cy="1762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705B197-8BD7-4B03-ADC1-36E55D53FCAD}"/>
              </a:ext>
            </a:extLst>
          </p:cNvPr>
          <p:cNvSpPr txBox="1"/>
          <p:nvPr/>
        </p:nvSpPr>
        <p:spPr>
          <a:xfrm>
            <a:off x="3906761" y="5233854"/>
            <a:ext cx="44963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>
                <a:latin typeface="AIGDT" panose="00000400000000000000" pitchFamily="2" charset="2"/>
              </a:rPr>
              <a:t>CERTIFIED BY</a:t>
            </a:r>
          </a:p>
        </p:txBody>
      </p:sp>
      <p:pic>
        <p:nvPicPr>
          <p:cNvPr id="1028" name="Picture 4" descr="Resultado de imagen de united registrar of systems logo">
            <a:extLst>
              <a:ext uri="{FF2B5EF4-FFF2-40B4-BE49-F238E27FC236}">
                <a16:creationId xmlns:a16="http://schemas.microsoft.com/office/drawing/2014/main" id="{B7373110-E223-4A3D-A029-C3997A1F3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588" y="5428223"/>
            <a:ext cx="382496" cy="3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de quimidroga black white logo">
            <a:extLst>
              <a:ext uri="{FF2B5EF4-FFF2-40B4-BE49-F238E27FC236}">
                <a16:creationId xmlns:a16="http://schemas.microsoft.com/office/drawing/2014/main" id="{3CA0CB0E-E2A1-417C-8048-687CE28F3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198" y="5478404"/>
            <a:ext cx="355328" cy="27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de ukas">
            <a:extLst>
              <a:ext uri="{FF2B5EF4-FFF2-40B4-BE49-F238E27FC236}">
                <a16:creationId xmlns:a16="http://schemas.microsoft.com/office/drawing/2014/main" id="{76F2EB34-FFE3-40E1-A287-796A72D72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601" y="5379874"/>
            <a:ext cx="355327" cy="45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de resiquimica logo">
            <a:extLst>
              <a:ext uri="{FF2B5EF4-FFF2-40B4-BE49-F238E27FC236}">
                <a16:creationId xmlns:a16="http://schemas.microsoft.com/office/drawing/2014/main" id="{451A351A-242C-42D6-86E6-D8077FB72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086" y="5199771"/>
            <a:ext cx="828039" cy="82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www.esus.cl/wp-content/uploads/2017/09/Ashland.png">
            <a:extLst>
              <a:ext uri="{FF2B5EF4-FFF2-40B4-BE49-F238E27FC236}">
                <a16:creationId xmlns:a16="http://schemas.microsoft.com/office/drawing/2014/main" id="{A35FFDC2-7119-429C-9732-E49B5E59E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073" y="5478404"/>
            <a:ext cx="1087771" cy="28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EDDE328D-B18C-402E-86BA-77DA658CB7CB}"/>
              </a:ext>
            </a:extLst>
          </p:cNvPr>
          <p:cNvSpPr txBox="1"/>
          <p:nvPr/>
        </p:nvSpPr>
        <p:spPr>
          <a:xfrm>
            <a:off x="3349475" y="2752817"/>
            <a:ext cx="5493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latin typeface="AIGDT" panose="00000400000000000000" pitchFamily="2" charset="2"/>
              </a:rPr>
              <a:t>TRADING AS GPR TANK FOR FIREFIGHTING APPLICATIONS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6394BD7-2562-4387-9926-ADAA8F55471B}"/>
              </a:ext>
            </a:extLst>
          </p:cNvPr>
          <p:cNvSpPr txBox="1"/>
          <p:nvPr/>
        </p:nvSpPr>
        <p:spPr>
          <a:xfrm>
            <a:off x="4653894" y="4836027"/>
            <a:ext cx="14158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IGDT" panose="00000400000000000000" pitchFamily="2" charset="2"/>
              </a:rPr>
              <a:t>MANUFACTURED BY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03AB167-1FD7-4D73-96D9-C5D955EC48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99" b="89950" l="6477" r="90000">
                        <a14:foregroundMark x1="12045" y1="51759" x2="11136" y2="38945"/>
                        <a14:foregroundMark x1="11136" y1="38945" x2="14091" y2="32915"/>
                        <a14:foregroundMark x1="6477" y1="39698" x2="7273" y2="50251"/>
                        <a14:foregroundMark x1="44886" y1="38693" x2="48409" y2="49749"/>
                        <a14:foregroundMark x1="48409" y1="49749" x2="47045" y2="55528"/>
                        <a14:foregroundMark x1="21591" y1="12060" x2="15909" y2="14322"/>
                        <a14:foregroundMark x1="15909" y1="14322" x2="15795" y2="15075"/>
                        <a14:foregroundMark x1="23182" y1="15075" x2="24091" y2="19849"/>
                        <a14:foregroundMark x1="31591" y1="14070" x2="31932" y2="17839"/>
                        <a14:foregroundMark x1="38636" y1="19095" x2="38295" y2="15578"/>
                        <a14:foregroundMark x1="37045" y1="12312" x2="37045" y2="12312"/>
                        <a14:foregroundMark x1="49432" y1="13317" x2="52045" y2="13065"/>
                        <a14:foregroundMark x1="17727" y1="68090" x2="16250" y2="71357"/>
                        <a14:foregroundMark x1="22273" y1="74372" x2="22045" y2="77889"/>
                        <a14:foregroundMark x1="28636" y1="70603" x2="29318" y2="75126"/>
                        <a14:foregroundMark x1="37045" y1="74874" x2="36477" y2="78643"/>
                        <a14:foregroundMark x1="43636" y1="74623" x2="45568" y2="74623"/>
                        <a14:foregroundMark x1="50455" y1="74874" x2="51023" y2="77889"/>
                        <a14:foregroundMark x1="50568" y1="68342" x2="50568" y2="68342"/>
                        <a14:foregroundMark x1="53977" y1="74874" x2="53295" y2="78392"/>
                        <a14:foregroundMark x1="68750" y1="76131" x2="68750" y2="76131"/>
                        <a14:foregroundMark x1="72614" y1="76884" x2="72614" y2="76884"/>
                        <a14:foregroundMark x1="71364" y1="80905" x2="71364" y2="80905"/>
                        <a14:foregroundMark x1="75568" y1="80905" x2="75568" y2="809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9104" y="4722149"/>
            <a:ext cx="1089659" cy="492824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4B6F78D2-0648-4D8A-80C4-1C2F9A1F8BB1}"/>
              </a:ext>
            </a:extLst>
          </p:cNvPr>
          <p:cNvSpPr txBox="1"/>
          <p:nvPr/>
        </p:nvSpPr>
        <p:spPr>
          <a:xfrm>
            <a:off x="3709290" y="4397808"/>
            <a:ext cx="44963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>
                <a:latin typeface="AIGDT" panose="00000400000000000000" pitchFamily="2" charset="2"/>
              </a:rPr>
              <a:t>PLEASE QUOTE WHEN MAKING ENQUIRIES RELEVANT TO THIS STRUCTURE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BABEF1C-0232-4CE3-8E5E-9C50AA39B667}"/>
              </a:ext>
            </a:extLst>
          </p:cNvPr>
          <p:cNvSpPr txBox="1"/>
          <p:nvPr/>
        </p:nvSpPr>
        <p:spPr>
          <a:xfrm>
            <a:off x="3690896" y="4096633"/>
            <a:ext cx="6990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Capacity</a:t>
            </a:r>
            <a:endParaRPr lang="es-ES" sz="800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A019606E-FE4E-4565-9F89-252C63873ED1}"/>
                  </a:ext>
                </a:extLst>
              </p:cNvPr>
              <p:cNvSpPr/>
              <p:nvPr/>
            </p:nvSpPr>
            <p:spPr>
              <a:xfrm>
                <a:off x="4335313" y="4089465"/>
                <a:ext cx="595220" cy="17722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ysClr val="windowText" lastClr="000000"/>
                    </a:solidFill>
                  </a:rPr>
                  <a:t>340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9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9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ES" sz="9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E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A019606E-FE4E-4565-9F89-252C63873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313" y="4089465"/>
                <a:ext cx="595220" cy="177227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uadroTexto 32">
            <a:extLst>
              <a:ext uri="{FF2B5EF4-FFF2-40B4-BE49-F238E27FC236}">
                <a16:creationId xmlns:a16="http://schemas.microsoft.com/office/drawing/2014/main" id="{EE4867F3-BF30-47AA-8CFA-2B1D1CE51872}"/>
              </a:ext>
            </a:extLst>
          </p:cNvPr>
          <p:cNvSpPr txBox="1"/>
          <p:nvPr/>
        </p:nvSpPr>
        <p:spPr>
          <a:xfrm>
            <a:off x="4947110" y="4077100"/>
            <a:ext cx="122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Tank</a:t>
            </a:r>
            <a:r>
              <a:rPr lang="es-ES" sz="8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 material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047E0A7-99BB-463C-871C-08270B356FB0}"/>
              </a:ext>
            </a:extLst>
          </p:cNvPr>
          <p:cNvSpPr/>
          <p:nvPr/>
        </p:nvSpPr>
        <p:spPr>
          <a:xfrm>
            <a:off x="5852037" y="4077100"/>
            <a:ext cx="509452" cy="1772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ysClr val="windowText" lastClr="000000"/>
                </a:solidFill>
              </a:rPr>
              <a:t>GRP  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D317175-F9F6-442B-92E0-FB75CBFE629E}"/>
              </a:ext>
            </a:extLst>
          </p:cNvPr>
          <p:cNvSpPr txBox="1"/>
          <p:nvPr/>
        </p:nvSpPr>
        <p:spPr>
          <a:xfrm>
            <a:off x="6435565" y="4078022"/>
            <a:ext cx="8444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DIMENSIONS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17492E10-036C-4D2F-AF40-F5E9CD109B22}"/>
                  </a:ext>
                </a:extLst>
              </p:cNvPr>
              <p:cNvSpPr/>
              <p:nvPr/>
            </p:nvSpPr>
            <p:spPr>
              <a:xfrm>
                <a:off x="7217293" y="4101607"/>
                <a:ext cx="1132054" cy="17722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ysClr val="windowText" lastClr="000000"/>
                    </a:solidFill>
                  </a:rPr>
                  <a:t>6,85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9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9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r>
                  <a:rPr lang="es-ES" sz="900" dirty="0">
                    <a:solidFill>
                      <a:sysClr val="windowText" lastClr="000000"/>
                    </a:solidFill>
                  </a:rPr>
                  <a:t> -  </a:t>
                </a:r>
                <a:r>
                  <a:rPr lang="es-ES" sz="9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Ø 10</a:t>
                </a:r>
                <a:r>
                  <a:rPr lang="es-ES" sz="900" dirty="0">
                    <a:solidFill>
                      <a:sysClr val="windowText" lastClr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9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9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/>
                    </m:sSup>
                  </m:oMath>
                </a14:m>
                <a:endParaRPr lang="es-ES" sz="9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17492E10-036C-4D2F-AF40-F5E9CD109B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293" y="4101607"/>
                <a:ext cx="1132054" cy="177227"/>
              </a:xfrm>
              <a:prstGeom prst="rect">
                <a:avLst/>
              </a:prstGeom>
              <a:blipFill>
                <a:blip r:embed="rId12"/>
                <a:stretch>
                  <a:fillRect t="-6667" b="-30000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0E271C57-4A9A-4A1F-A8EA-46DA9A3CB0A1}"/>
              </a:ext>
            </a:extLst>
          </p:cNvPr>
          <p:cNvSpPr txBox="1"/>
          <p:nvPr/>
        </p:nvSpPr>
        <p:spPr>
          <a:xfrm>
            <a:off x="3906761" y="3625157"/>
            <a:ext cx="22400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implified Arabic Fixed" panose="020B0604020202020204" pitchFamily="49" charset="-78"/>
                <a:cs typeface="Simplified Arabic Fixed" panose="020B0604020202020204" pitchFamily="49" charset="-78"/>
              </a:rPr>
              <a:t>www.artein-ingeniería.com</a:t>
            </a:r>
          </a:p>
        </p:txBody>
      </p:sp>
    </p:spTree>
    <p:extLst>
      <p:ext uri="{BB962C8B-B14F-4D97-AF65-F5344CB8AC3E}">
        <p14:creationId xmlns:p14="http://schemas.microsoft.com/office/powerpoint/2010/main" val="5550558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62</Words>
  <Application>Microsoft Office PowerPoint</Application>
  <PresentationFormat>Panorámica</PresentationFormat>
  <Paragraphs>20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AIGDT</vt:lpstr>
      <vt:lpstr>Arial</vt:lpstr>
      <vt:lpstr>Calibri</vt:lpstr>
      <vt:lpstr>Calibri Light</vt:lpstr>
      <vt:lpstr>Cambria Math</vt:lpstr>
      <vt:lpstr>Simplified Arabic Fixed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Artein Ingenieria</dc:creator>
  <cp:lastModifiedBy>Artein Ingenieria</cp:lastModifiedBy>
  <cp:revision>7</cp:revision>
  <dcterms:created xsi:type="dcterms:W3CDTF">2019-06-06T11:37:43Z</dcterms:created>
  <dcterms:modified xsi:type="dcterms:W3CDTF">2019-06-10T11:17:05Z</dcterms:modified>
</cp:coreProperties>
</file>